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Dasar: Logika Program Web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Target 100 menit: mahasiswa mampu menulis logika program dasar menggunakan variabel, tipe data, operator, kondisi, loop, dan fungsi sederhana.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pic>
        <p:nvPicPr>
          <p:cNvPr id="8" name="Image 0" descr="/mnt/data/wide_clean_vector_illustration_flat_design_scene.png">    </p:cNvPr>
          <p:cNvPicPr>
            <a:picLocks noChangeAspect="1"/>
          </p:cNvPicPr>
          <p:nvPr/>
        </p:nvPicPr>
        <p:blipFill>
          <a:blip r:embed="rId1"/>
          <a:srcRect l="4025" r="4025" t="0" b="0"/>
          <a:stretch/>
        </p:blipFill>
        <p:spPr>
          <a:xfrm>
            <a:off x="6583680" y="548640"/>
            <a:ext cx="53035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651760"/>
            <a:ext cx="5440680" cy="329184"/>
          </a:xfrm>
          <a:prstGeom prst="rect">
            <a:avLst/>
          </a:prstGeom>
          <a:solidFill>
            <a:srgbClr val="FFF2E5"/>
          </a:solidFill>
          <a:ln>
            <a:solidFill>
              <a:srgbClr val="F28C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Capaian: mengimplementasikan logika program dasar dalam JavaScript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67512" y="3227832"/>
            <a:ext cx="4700016" cy="1545336"/>
          </a:xfrm>
          <a:prstGeom prst="roundRect">
            <a:avLst>
              <a:gd name="adj" fmla="val 2959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337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Kata kunci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console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let &amp; const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operator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if/else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function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166360"/>
            <a:ext cx="5669280" cy="502920"/>
          </a:xfrm>
          <a:prstGeom prst="rect">
            <a:avLst/>
          </a:prstGeom>
          <a:solidFill>
            <a:srgbClr val="DCEEFF"/>
          </a:solidFill>
          <a:ln w="13970">
            <a:solidFill>
              <a:srgbClr val="0B6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D8"/>
                </a:solidFill>
              </a:rPr>
              <a:t>Pertemuan 9 membuka fase implementasi CPMK52 setelah desain HTML/CSS/Bootstrap.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Pembelajaran 100 Menit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Fokus: menerapkan logika program dasar dalam JavaScript melalui contoh kecil dan latihan bertahap.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960120" cy="420624"/>
          </a:xfrm>
          <a:prstGeom prst="rect">
            <a:avLst/>
          </a:prstGeom>
          <a:solidFill>
            <a:srgbClr val="DCEEFF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4D8"/>
                </a:solidFill>
              </a:rPr>
              <a:t>10’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8488" y="2715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Orientasi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8488" y="3026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Peran JavaScript dalam aplikasi web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960120" cy="420624"/>
          </a:xfrm>
          <a:prstGeom prst="rect">
            <a:avLst/>
          </a:prstGeom>
          <a:solidFill>
            <a:srgbClr val="FFF2E5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15’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4688" y="2715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Konsep &amp;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04688" y="3026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Cara menjalankan JS dan membaca console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75320" y="2743200"/>
            <a:ext cx="960120" cy="420624"/>
          </a:xfrm>
          <a:prstGeom prst="rect">
            <a:avLst/>
          </a:prstGeom>
          <a:solidFill>
            <a:srgbClr val="DCEEFF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4D8"/>
                </a:solidFill>
              </a:rPr>
              <a:t>20’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0888" y="2715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Variabel &amp; tipe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3026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let, const, number, string, boolean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960120" cy="420624"/>
          </a:xfrm>
          <a:prstGeom prst="rect">
            <a:avLst/>
          </a:prstGeom>
          <a:solidFill>
            <a:srgbClr val="FFF2E5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20’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18488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Operator &amp; kondisi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18488" y="4169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Ekspresi, if/else, switch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0" y="3886200"/>
            <a:ext cx="960120" cy="420624"/>
          </a:xfrm>
          <a:prstGeom prst="rect">
            <a:avLst/>
          </a:prstGeom>
          <a:solidFill>
            <a:srgbClr val="DCEEFF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4D8"/>
                </a:solidFill>
              </a:rPr>
              <a:t>25’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4688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Loop &amp; fungsi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4169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for, while, fungsi sederhana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5320" y="3886200"/>
            <a:ext cx="960120" cy="420624"/>
          </a:xfrm>
          <a:prstGeom prst="rect">
            <a:avLst/>
          </a:prstGeom>
          <a:solidFill>
            <a:srgbClr val="FFF2E5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8C28"/>
                </a:solidFill>
              </a:rPr>
              <a:t>10’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0888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B6D"/>
                </a:solidFill>
              </a:rPr>
              <a:t>Latihan &amp; refleksi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90888" y="4169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15064"/>
                </a:solidFill>
              </a:rPr>
              <a:t>Mini challenge + upload hasil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80160" y="5230368"/>
            <a:ext cx="9601200" cy="530352"/>
          </a:xfrm>
          <a:prstGeom prst="rect">
            <a:avLst/>
          </a:prstGeom>
          <a:solidFill>
            <a:srgbClr val="E8F8EF"/>
          </a:solidFill>
          <a:ln w="13970">
            <a:solidFill>
              <a:srgbClr val="2EAD6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67"/>
                </a:solidFill>
              </a:rPr>
              <a:t>Output akhir: mahasiswa membuat program kalkulator nilai sederhana menggunakan variabel, operator, kondisi, loop, dan fungsi.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JavaScript Penting?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HTML menyusun struktur, CSS mengatur tampilan, JavaScript membuat halaman menjadi hidup dan responsif terhadap aksi pengguna.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2770632"/>
            <a:ext cx="5157216" cy="2779776"/>
          </a:xfrm>
          <a:prstGeom prst="roundRect">
            <a:avLst>
              <a:gd name="adj" fmla="val 1645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880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Tanpa JavaScript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200400"/>
            <a:ext cx="49377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Konten cenderung statis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Tidak ada perhitungan langsung di browser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Interaksi terbatas pada tautan dan form standar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770632"/>
            <a:ext cx="5065776" cy="2779776"/>
          </a:xfrm>
          <a:prstGeom prst="roundRect">
            <a:avLst>
              <a:gd name="adj" fmla="val 1645"/>
            </a:avLst>
          </a:prstGeom>
          <a:solidFill>
            <a:srgbClr val="FFF2E5">
              <a:alpha val="0"/>
            </a:srgbClr>
          </a:solidFill>
          <a:ln w="12700">
            <a:solidFill>
              <a:srgbClr val="FFD0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80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Dengan JavaScript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8463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Validasi input sebelum dikirim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Perhitungan dan keputusan logika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Menangani klik, input, dan perubahan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Tempat JavaScript Berjalan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Pada pertemuan ini fokus pada browser: file HTML, script, dan console DevTools.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solidFill>
            <a:srgbClr val="DCEEFF"/>
          </a:solidFill>
          <a:ln w="13970">
            <a:solidFill>
              <a:srgbClr val="0B6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D8"/>
                </a:solidFill>
              </a:rPr>
              <a:t>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1371600" cy="457200"/>
          </a:xfrm>
          <a:prstGeom prst="rect">
            <a:avLst/>
          </a:prstGeom>
          <a:solidFill>
            <a:srgbClr val="FFF2E5"/>
          </a:solidFill>
          <a:ln w="13970">
            <a:solidFill>
              <a:srgbClr val="F28C2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+ 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1874520" cy="457200"/>
          </a:xfrm>
          <a:prstGeom prst="rect">
            <a:avLst/>
          </a:prstGeom>
          <a:solidFill>
            <a:srgbClr val="E8F8EF"/>
          </a:solidFill>
          <a:ln w="13970">
            <a:solidFill>
              <a:srgbClr val="2EAD6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67"/>
                </a:solidFill>
              </a:rPr>
              <a:t>+ JavaScript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743200"/>
            <a:ext cx="1463040" cy="457200"/>
          </a:xfrm>
          <a:prstGeom prst="rect">
            <a:avLst/>
          </a:prstGeom>
          <a:solidFill>
            <a:srgbClr val="DCEEFF"/>
          </a:solidFill>
          <a:ln w="13970">
            <a:solidFill>
              <a:srgbClr val="0B64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D8"/>
                </a:solidFill>
              </a:rPr>
              <a:t>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0" y="2743200"/>
            <a:ext cx="1463040" cy="457200"/>
          </a:xfrm>
          <a:prstGeom prst="rect">
            <a:avLst/>
          </a:prstGeom>
          <a:solidFill>
            <a:srgbClr val="FFF2E5"/>
          </a:solidFill>
          <a:ln w="13970">
            <a:solidFill>
              <a:srgbClr val="F28C2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Console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3822192"/>
            <a:ext cx="10369296" cy="1591056"/>
          </a:xfrm>
          <a:prstGeom prst="roundRect">
            <a:avLst>
              <a:gd name="adj" fmla="val 2874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Alur kerja belajar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101498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15064"/>
                </a:solidFill>
              </a:rPr>
              <a:t>• Tulis kode di file .js atau tag 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15064"/>
                </a:solidFill>
              </a:rPr>
              <a:t>• Buka halaman di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15064"/>
                </a:solidFill>
              </a:rPr>
              <a:t>• Gunakan console untuk melihat hasil dan error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15064"/>
                </a:solidFill>
              </a:rPr>
              <a:t>• Ubah kode → refresh → cek kembali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Menghubungkan JavaScript ke HTML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lang="id"&gt;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&lt;title&gt;Latihan JS&lt;/title&gt;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&lt;h1&gt;Belajar JavaScript&lt;/h1&gt;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src="script.js"&gt;&lt;/script&gt;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console.log("Halo, JavaScript!");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"Ayu";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console.log("Halo " + nama);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Aturan Dasar Penulisan JavaScript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Sintaks JavaScript mudah dibaca jika konsisten: nama variabel jelas, indentasi rapi, dan komentar secukupnya.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2770632"/>
            <a:ext cx="5157216" cy="2779776"/>
          </a:xfrm>
          <a:prstGeom prst="roundRect">
            <a:avLst>
              <a:gd name="adj" fmla="val 1645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880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Perhatikan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200400"/>
            <a:ext cx="49377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Case-sensitive: nama ≠ Nama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Gunakan titik koma secara konsisten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Gunakan komentar untuk menjelaskan maksud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Indentasi membantu membaca blok kode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770632"/>
            <a:ext cx="5065776" cy="2779776"/>
          </a:xfrm>
          <a:prstGeom prst="roundRect">
            <a:avLst>
              <a:gd name="adj" fmla="val 1645"/>
            </a:avLst>
          </a:prstGeom>
          <a:solidFill>
            <a:srgbClr val="FFF2E5">
              <a:alpha val="0"/>
            </a:srgbClr>
          </a:solidFill>
          <a:ln w="12700">
            <a:solidFill>
              <a:srgbClr val="FFD0A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80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Hindari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8463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Nama variabel terlalu singkat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Mencampur bahasa penamaan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Menumpuk logika terlalu panjang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Mengabaikan pesan error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Variabel: Menyimpan Nilai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Variabel adalah tempat menyimpan data sementara agar dapat dipakai ulang oleh program.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84632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4846320" cy="281635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"Budi";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umur = 19;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aktif = true;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console.log(nama);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console.log(umur);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console.log(aktif);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199632" y="1901952"/>
            <a:ext cx="4974336" cy="1453896"/>
          </a:xfrm>
          <a:prstGeom prst="roundRect">
            <a:avLst>
              <a:gd name="adj" fmla="val 3145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Gunakan let ketika nilai dapat berubah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Contoh: skor, total, status proses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Nilai dapat diperbarui selama program berjalan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3547872"/>
            <a:ext cx="4974336" cy="1453896"/>
          </a:xfrm>
          <a:prstGeom prst="roundRect">
            <a:avLst>
              <a:gd name="adj" fmla="val 3145"/>
            </a:avLst>
          </a:prstGeom>
          <a:solidFill>
            <a:srgbClr val="FFF2E5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657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Gunakan const ketika nilai tetap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4754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Contoh: batas minimal lulus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Membuat kode lebih aman dan mudah dipahami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 vs const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Kedua kode ditulis di script.js --&gt;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Buka console untuk melihat hasil --&gt;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skor = 70;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skor = 85;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console.log(skor);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batasLulus = 60;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batasLulus = 75; // error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console.log(batasLulus);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Tipe Data Dasar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Pahami jenis data agar operasi program tidak menghasilkan hasil yang keliru.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2103120" cy="914400"/>
          </a:xfrm>
          <a:prstGeom prst="rect">
            <a:avLst/>
          </a:prstGeom>
          <a:solidFill>
            <a:srgbClr val="DCEEFF"/>
          </a:solidFill>
          <a:ln>
            <a:solidFill>
              <a:srgbClr val="0B64D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4D8"/>
                </a:solidFill>
              </a:rPr>
              <a:t>string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64D8"/>
                </a:solidFill>
              </a:rPr>
              <a:t>Teks: "TI401"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176272"/>
            <a:ext cx="2103120" cy="914400"/>
          </a:xfrm>
          <a:prstGeom prst="rect">
            <a:avLst/>
          </a:prstGeom>
          <a:solidFill>
            <a:srgbClr val="FFF2E5"/>
          </a:solidFill>
          <a:ln>
            <a:solidFill>
              <a:srgbClr val="F28C2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number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Angka: 80, 3.14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2176272"/>
            <a:ext cx="2103120" cy="914400"/>
          </a:xfrm>
          <a:prstGeom prst="rect">
            <a:avLst/>
          </a:prstGeom>
          <a:solidFill>
            <a:srgbClr val="E8F8EF"/>
          </a:solidFill>
          <a:ln>
            <a:solidFill>
              <a:srgbClr val="2EAD6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67"/>
                </a:solidFill>
              </a:rPr>
              <a:t>boolean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AD67"/>
                </a:solidFill>
              </a:rPr>
              <a:t>true / false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176272"/>
            <a:ext cx="2103120" cy="914400"/>
          </a:xfrm>
          <a:prstGeom prst="rect">
            <a:avLst/>
          </a:prstGeom>
          <a:solidFill>
            <a:srgbClr val="F1F5F9"/>
          </a:solidFill>
          <a:ln>
            <a:solidFill>
              <a:srgbClr val="41506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15064"/>
                </a:solidFill>
              </a:rPr>
              <a:t>undefined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15064"/>
                </a:solidFill>
              </a:rPr>
              <a:t>Belum bernilai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55480" y="2176272"/>
            <a:ext cx="2103120" cy="914400"/>
          </a:xfrm>
          <a:prstGeom prst="rect">
            <a:avLst/>
          </a:prstGeom>
          <a:solidFill>
            <a:srgbClr val="FFECEC"/>
          </a:solidFill>
          <a:ln>
            <a:solidFill>
              <a:srgbClr val="D93F3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F3F"/>
                </a:solidFill>
              </a:rPr>
              <a:t>null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3F3F"/>
                </a:solidFill>
              </a:rPr>
              <a:t>Sengaja dikosongkan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841248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Mengecek tipe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4133088"/>
            <a:ext cx="8412480" cy="126187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"Siti";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88;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lulus = true;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catatan;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dataKosong = null;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nama);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nilai);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lulus);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dan Ekspresi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Operator membantu program menghitung, membandingkan, dan membuat keputusan.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3511296" cy="1545336"/>
          </a:xfrm>
          <a:prstGeom prst="roundRect">
            <a:avLst>
              <a:gd name="adj" fmla="val 2959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Aritmatika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3291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+, -, *, /, %, **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Contoh: total = harga * jumlah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719072"/>
            <a:ext cx="3511296" cy="1545336"/>
          </a:xfrm>
          <a:prstGeom prst="roundRect">
            <a:avLst>
              <a:gd name="adj" fmla="val 2959"/>
            </a:avLst>
          </a:prstGeom>
          <a:solidFill>
            <a:srgbClr val="FFF2E5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Perbandingan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148840"/>
            <a:ext cx="3291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&gt;, &lt;, &gt;=, &lt;=, ===, !==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Contoh: nilai &gt;= 60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719072"/>
            <a:ext cx="3511296" cy="1545336"/>
          </a:xfrm>
          <a:prstGeom prst="roundRect">
            <a:avLst>
              <a:gd name="adj" fmla="val 2959"/>
            </a:avLst>
          </a:prstGeom>
          <a:solidFill>
            <a:srgbClr val="E8F8E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AD67"/>
                </a:solidFill>
              </a:rPr>
              <a:t>Logika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291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&amp;&amp;, ||,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Contoh: hadir &amp;&amp; tugasLengkap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987552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Contoh ekspresi logika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133088"/>
            <a:ext cx="9875520" cy="10789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78;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hadir = true;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tugasLengkap = true;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lulus = nilai &gt;= 60 &amp;&amp; hadir &amp;&amp; tugasLengkap;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console.log(lulus);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String dan Template Literal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id="sapaan"&gt;Halo&lt;/h1&gt;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nama = "Rani";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kelas = "TI401";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pesan = `Halo, ${nama}!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Selamat belajar ${kelas}.`;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console.log(pesan);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TRANSISI KONSEP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1993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Data ke Keputusan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15064"/>
                </a:solidFill>
              </a:rPr>
              <a:t>Setelah variabel dan operator, JavaScript dapat memilih aksi berdasarkan kondisi.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Percabangan if / else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Masalah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Tentukan status mahasiswa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berdasarkan nilai akhir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72;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(nilai &gt;= 60)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console.log("Lulus");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console.log("Belum lulus");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Percabangan Bertingkat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Kategori nilai: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&gt;= 85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&gt;= 75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&gt;= 60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D: &lt; 60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82;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grade;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(nilai &gt;= 85)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"A";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(nilai &gt;= 75)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"B";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(nilai &gt;= 60)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"C";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"D";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console.log(grade);</a:t>
            </a:r>
            <a:endParaRPr lang="en-US" sz="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 untuk Banyak Pilihan Tetap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Gunakan switch ketika pilihan bernilai jelas: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senin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selasa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rabu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hari = "senin";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(hari)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"senin":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console.log("Belajar HTML");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"selasa":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console.log("Belajar CSS");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console.log("Belajar mandiri");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TRANSISI KONSEP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1993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Mengulang dan Mengemas Logika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15064"/>
                </a:solidFill>
              </a:rPr>
              <a:t>Loop membuat pekerjaan berulang menjadi singkat; function membuat solusi mudah dipakai ulang.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 for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Tujuan: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Menampilkan angka 1 sampai 5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 console.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console.log("Nomor: " + i);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i++ berarti i = i + 1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 while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Cocok saat jumlah pengulangan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tergantung kondisi.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percobaan = 1;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(percobaan &lt;= 3)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console.log("Coba ke-" + percobaan);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percobaan++;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console.log("Selesai");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Function: Logika yang Bisa Dipakai Ulang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Masalah: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Hitung rata-rata dua nilai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untuk beberapa mahasiswa.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hitungRataRata(nilai1, nilai2)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(nilai1 + nilai2) / 2;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rataA = hitungRataRata(80, 90);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rataB = hitungRataRata(70, 85);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console.log(rataA);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console.log(rataB);</a:t>
            </a:r>
            <a:endParaRPr lang="en-US" sz="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Array Dasar: Menyimpan Banyak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membantu menyimpan data sejenis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dalam satu variabel.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2212848"/>
            <a:ext cx="5166360" cy="313639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[80, 75, 90, 88];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console.log(nilai[0]); // 80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console.log(nilai.length);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nilai.length; i++)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console.log(nilai[i]);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dengan Console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Kesalahan bukan kegagalan, tetapi informasi untuk memperbaiki program.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21208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5212080" cy="299923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"Dina";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90;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console.log("Nama:", nama);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console.log("Nilai:", nilai);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Gunakan console untuk cek isi variabel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 membaca pesan error browser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382512" y="1810512"/>
            <a:ext cx="5065776" cy="2779776"/>
          </a:xfrm>
          <a:prstGeom prst="roundRect">
            <a:avLst>
              <a:gd name="adj" fmla="val 1645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Cara membaca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84632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Lihat nama error: SyntaxError, ReferenceError, TypeError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Perhatikan nomor baris yang ditunjukkan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Cek tanda kurung, nama variabel, dan tanda kutip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Perbaiki satu error lalu refresh halaman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Praktik: Kalkulator Nilai Sederhana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Latihan terarah untuk menggabungkan variabel, operator, kondisi, loop, dan function.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67512" y="1764792"/>
            <a:ext cx="4974336" cy="2322576"/>
          </a:xfrm>
          <a:prstGeom prst="roundRect">
            <a:avLst>
              <a:gd name="adj" fmla="val 1969"/>
            </a:avLst>
          </a:prstGeom>
          <a:solidFill>
            <a:srgbClr val="FFF2E5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Tugas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75488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Buat data nama mahasiswa dan daftar nilai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Hitung rata-rata nilai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Tentukan status lulus jika rata-rata &gt;=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Tampilkan hasil ke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93776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Starter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4937760" cy="2176272"/>
          </a:xfrm>
          <a:prstGeom prst="rect">
            <a:avLst/>
          </a:prstGeom>
          <a:solidFill>
            <a:srgbClr val="10182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statusNilai(rata)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(rata &gt;= 60)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"Lulus";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"Belum lulus";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console.log(statusNilai(75));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188720" y="4800600"/>
            <a:ext cx="9875520" cy="548640"/>
          </a:xfrm>
          <a:prstGeom prst="rect">
            <a:avLst/>
          </a:prstGeom>
          <a:solidFill>
            <a:srgbClr val="E8F8EF"/>
          </a:solidFill>
          <a:ln w="13970">
            <a:solidFill>
              <a:srgbClr val="2EAD6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D67"/>
                </a:solidFill>
              </a:rPr>
              <a:t>Output minimal: nama, daftar nilai, rata-rata, grade/status, dan pesan refleksi singkat.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Panduan Praktik 100 Menit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Gunakan slide ini untuk membagi waktu praktik, pendampingan, dan refleksi.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57200" cy="384048"/>
          </a:xfrm>
          <a:prstGeom prst="rect">
            <a:avLst/>
          </a:prstGeom>
          <a:solidFill>
            <a:srgbClr val="0B64D8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978408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10’  Setup folder: index.html + script.js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57200" cy="384048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14016"/>
            <a:ext cx="9784080" cy="329184"/>
          </a:xfrm>
          <a:prstGeom prst="rect">
            <a:avLst/>
          </a:prstGeom>
          <a:solidFill>
            <a:srgbClr val="FFF2E5"/>
          </a:solidFill>
          <a:ln>
            <a:solidFill>
              <a:srgbClr val="FFF2E5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20’  Variabel, tipe data, operator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62656"/>
            <a:ext cx="457200" cy="384048"/>
          </a:xfrm>
          <a:prstGeom prst="rect">
            <a:avLst/>
          </a:prstGeom>
          <a:solidFill>
            <a:srgbClr val="0B64D8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78408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20’  if/else + grade nilai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529584"/>
            <a:ext cx="457200" cy="384048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9784080" cy="329184"/>
          </a:xfrm>
          <a:prstGeom prst="rect">
            <a:avLst/>
          </a:prstGeom>
          <a:solidFill>
            <a:srgbClr val="FFF2E5"/>
          </a:solidFill>
          <a:ln>
            <a:solidFill>
              <a:srgbClr val="FFF2E5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25’  loop + array nilai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457200" cy="384048"/>
          </a:xfrm>
          <a:prstGeom prst="rect">
            <a:avLst/>
          </a:prstGeom>
          <a:solidFill>
            <a:srgbClr val="0B64D8"/>
          </a:solidFill>
          <a:ln>
            <a:solidFill>
              <a:srgbClr val="0B64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978408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15’  function + perapian kode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57200" cy="384048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681728"/>
            <a:ext cx="9784080" cy="329184"/>
          </a:xfrm>
          <a:prstGeom prst="rect">
            <a:avLst/>
          </a:prstGeom>
          <a:solidFill>
            <a:srgbClr val="FFF2E5"/>
          </a:solidFill>
          <a:ln>
            <a:solidFill>
              <a:srgbClr val="FFF2E5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10’  submit ke GitHub / Moodle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 • CPMK52 / Sub-CPMK52.1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 &amp; Kriteria Keberhasilan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02336" y="1371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15064"/>
                </a:solidFill>
              </a:rPr>
              <a:t>Pertemuan 9 selesai jika mahasiswa mampu menulis logika program dasar dan menjelaskan alurnya.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8890">
            <a:solidFill>
              <a:srgbClr val="E8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288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pic>
        <p:nvPicPr>
          <p:cNvPr id="8" name="Image 0" descr="/mnt/data/a_wide_clean_vector_illustration_style_classroom.png">    </p:cNvPr>
          <p:cNvPicPr>
            <a:picLocks noChangeAspect="1"/>
          </p:cNvPicPr>
          <p:nvPr/>
        </p:nvPicPr>
        <p:blipFill>
          <a:blip r:embed="rId1"/>
          <a:srcRect l="513" r="512" t="0" b="0"/>
          <a:stretch/>
        </p:blipFill>
        <p:spPr>
          <a:xfrm>
            <a:off x="7040880" y="1188720"/>
            <a:ext cx="466344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" y="1719072"/>
            <a:ext cx="5522976" cy="2962656"/>
          </a:xfrm>
          <a:prstGeom prst="roundRect">
            <a:avLst>
              <a:gd name="adj" fmla="val 1543"/>
            </a:avLst>
          </a:prstGeom>
          <a:solidFill>
            <a:srgbClr val="F6FAFF">
              <a:alpha val="0"/>
            </a:srgbClr>
          </a:solidFill>
          <a:ln w="12700">
            <a:solidFill>
              <a:srgbClr val="E8EEF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28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B6D"/>
                </a:solidFill>
              </a:rPr>
              <a:t>Checklist mahasiswa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53035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Saya dapat membedakan let dan const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Saya dapat memakai operator perbandingan dan logika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Saya dapat menulis if/else dan loop sederhana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Saya dapat membuat function sederhana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15064"/>
                </a:solidFill>
              </a:rPr>
              <a:t>• Saya dapat membaca error di console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4983480"/>
            <a:ext cx="10058400" cy="566928"/>
          </a:xfrm>
          <a:prstGeom prst="rect">
            <a:avLst/>
          </a:prstGeom>
          <a:solidFill>
            <a:srgbClr val="FFF2E5"/>
          </a:solidFill>
          <a:ln w="13970">
            <a:solidFill>
              <a:srgbClr val="F28C2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Tugas singkat: unggah folder pertemuan 9 ke repository GitHub dan tulis ringkasan 3 hal yang dipelajari.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9 - JavaScript Dasar</dc:title>
  <dc:subject>TI401 Pengembangan Desain Web - Pertemuan 9 JavaScript Dasar</dc:subject>
  <dc:creator>TI UMY</dc:creator>
  <cp:lastModifiedBy>TI UMY</cp:lastModifiedBy>
  <cp:revision>1</cp:revision>
  <dcterms:created xsi:type="dcterms:W3CDTF">2026-07-20T23:14:13Z</dcterms:created>
  <dcterms:modified xsi:type="dcterms:W3CDTF">2026-07-20T23:14:13Z</dcterms:modified>
</cp:coreProperties>
</file>