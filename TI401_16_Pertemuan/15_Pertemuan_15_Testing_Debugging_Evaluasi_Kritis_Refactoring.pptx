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9456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0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4008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800" b="1">
                <a:solidFill>
                  <a:srgbClr val="173B67"/>
                </a:solidFill>
                <a:latin typeface="Aptos"/>
              </a:rPr>
              <a:t>Testing, Debugging, Evaluasi Kritis, dan Refactoring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0">
                <a:solidFill>
                  <a:srgbClr val="646E7D"/>
                </a:solidFill>
                <a:latin typeface="Aptos"/>
              </a:rPr>
              <a:t>Mahasiswa mampu menguji, menganalisis performa, melakukan debugging, dan mengevaluasi keamanan serta akurasi fitur AI API dan Web 3.0.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5349240" cy="233172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800" b="1">
                <a:solidFill>
                  <a:srgbClr val="1565C0"/>
                </a:solidFill>
                <a:latin typeface="Aptos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0">
                <a:solidFill>
                  <a:srgbClr val="30353D"/>
                </a:solidFill>
                <a:latin typeface="Aptos"/>
              </a:rPr>
              <a:t>Input → Test → Evidence →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646E7D"/>
                </a:solidFill>
                <a:latin typeface="Aptos"/>
              </a:rPr>
              <a:t>Menguji fungsi sebelum menyimpulkan bahwa aplikasi sudah benar.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5440680" cy="233172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651760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800" b="1">
                <a:solidFill>
                  <a:srgbClr val="F29E00"/>
                </a:solidFill>
                <a:latin typeface="Aptos"/>
              </a:rPr>
              <a:t>CRITICAL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0">
                <a:solidFill>
                  <a:srgbClr val="30353D"/>
                </a:solidFill>
                <a:latin typeface="Aptos"/>
              </a:rPr>
              <a:t>Correctness → Performance → Security → Maintainability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84048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646E7D"/>
                </a:solidFill>
                <a:latin typeface="Aptos"/>
              </a:rPr>
              <a:t>Menilai fitur AI API dan Web 3.0 berdasarkan bukti, bukan hanya tampilan.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Capaian &amp; Alur Pembelajaran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Capaian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Memahami tujuan dan level testing pada aplikasi web.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Membuat test case untuk fitur JavaScript, AI API, dan Web 3.0.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Menggunakan DevTools untuk debugging dan tracing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Menganalisis performa: latency, response time, dan penggunaan resource.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Mengevaluasi keamanan, akurasi output AI, dan risiko wallet/DApp.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Alur 100 menit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10’ orientasi &amp; review Web3/AI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20’ konsep testing &amp; test case.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20’ debugging dengan DevTools.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20’ evaluasi performa, keamanan, dan akurasi.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20’ refactoring + praktik.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0799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10’ refleksi / exit ticket.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Posisi Pertemuan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Sebelumnya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Pertemuan 12: async/await, Fetch &amp; AI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Pertemuan 13: JavaScript Modules + Bootstrap.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Pertemuan 14: Wallet Integration + Data On-Chain.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Kini fokus pada validasi: apakah fitur benar, aman, cepat, dan maintainable?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Hari 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Rancang test 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Reproduksi bug secara sistematis.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Gunakan Console, Network, dan Application/Wallet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Evaluasi AI API: akurasi, hallucination, latency, dan error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Evaluasi Web3: network, contract address, transaction, dan phishing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Progression: Build → Test → Debug → Evaluate → Refactor.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Mengapa Testing Tidak Sama dengan Sekadar Mencoba?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Sekadar mencoba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Hanya menguji skenario yang mudah.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Hasil sering berdasarkan asumsi.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Error belum tentu dapat direproduksi.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Tidak ada catatan expected vs actual.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Testing terstruktur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Ada tujuan dan kondisi awal.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Ada input, langkah, expected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Actual result dicatat.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Bug dapat direproduksi.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0448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Prinsip: test harus menghasilkan evidence yang dapat diperiksa dan diulang.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Level Testing pada Aplikasi Web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41605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Unit /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45919"/>
            <a:ext cx="5166360" cy="3685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100" b="0">
                <a:solidFill>
                  <a:srgbClr val="EBEFF3"/>
                </a:solidFill>
                <a:latin typeface="Consolas"/>
              </a:rPr>
              <a:t>• Menguji fungsi kecil: validator, formatter, parser.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1605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Cepat dan mudah diulang.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353312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• Contoh: validasiEmail(), formatRupiah().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19"/>
            <a:ext cx="4983480" cy="3685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100" b="0">
                <a:solidFill>
                  <a:srgbClr val="EBEFF3"/>
                </a:solidFill>
                <a:latin typeface="Consolas"/>
              </a:rPr>
              <a:t>const provider = new ethers.BrowserProvider(window.ethereum);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const accounts = await provider.send("eth_requestAccounts", []);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const address = accounts[0];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const network = await provider.getNetwork();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241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F29E00"/>
                </a:solidFill>
                <a:latin typeface="Aptos"/>
              </a:rPr>
              <a:t>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Test Case: Expected vs Actual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Struktur Test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ID | Fitur | Kondisi | Input | Langkah | Expected | Actual |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Contoh TC-W3-01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Fitur: Connect Wallet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Kondisi: wallet tersedia, user belum terhubung.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Input: klik Connect Wallet.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Expected: wallet meminta permission dan address tampil.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Actual: catat hasil nyata dari browser.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Status: PASS jika expected = actual; FAIL jika berbeda.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Meminta wallet mengotorisasi transaksi.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Private key tidak diberikan ke halaman web.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Kunci evaluasi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Jangan mengubah expected result hanya agar test terlihat PASS.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325880"/>
            <a:ext cx="64008" cy="434340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Hubungan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Provider → baca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Signer → otorisasi aksi yang mengubah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 → menjaga kunci dan meminta persetujuan pengguna.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DApp → mengorkestrasi UI dan pemanggilan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Test Matrix: AI API dan Web 3.0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486400" cy="3383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9047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AI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5166360" cy="29077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500" b="0">
                <a:solidFill>
                  <a:srgbClr val="EBEFF3"/>
                </a:solidFill>
                <a:latin typeface="Consolas"/>
              </a:rPr>
              <a:t>• Valid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846320" cy="33832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Prompt kosong / malformed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64008" cy="33832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API timeout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563624"/>
            <a:ext cx="44805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Rate limit / error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039112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Output tidak relevan /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551176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Response terlalu lambat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63240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wallet.js → connect wallet +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575304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chain.js → provider + data on-chain.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087368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Web 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Wallet tidak tersedia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Debugging: Mulai dari Bukti Error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400800" cy="24688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0472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Urutan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6080760" cy="19933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1. Reproduksi bug.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2. Catat input dan kondisi.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64008" cy="1783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3. Buka DevTools → Console.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30682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4. Baca error paling awal.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78231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5. Telusuri stack trace.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94375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6. Periksa Network bila melibatkan API/RPC.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80644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7. Ubah satu hal → uji ulang.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160520"/>
            <a:ext cx="539496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4160520"/>
            <a:ext cx="64008" cy="1783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Hindari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Menebak-nebak banyak perubahan sekaligus.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94375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Menghapus error tanpa memahami penyebab.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0644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Menyimpulkan “sudah aman” hanya karena tidak ada error di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08192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1">
                <a:solidFill>
                  <a:srgbClr val="B53737"/>
                </a:solidFill>
                <a:latin typeface="Aptos"/>
              </a:rPr>
              <a:t>Debugging adalah proses menemukan akar masalah, bukan sekadar membuat pesan error hilang.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Debugging JavaScript: Console &amp; Breakpoint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675120" cy="42519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Contoh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355080" cy="37764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100" b="0">
                <a:solidFill>
                  <a:srgbClr val="EBEFF3"/>
                </a:solidFill>
                <a:latin typeface="Consolas"/>
              </a:rPr>
              <a:t>async function loadData() {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console.log("1. mulai");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const result = await fetch("/api/data");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console.log("2. status:", result.status);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const data = await result.json();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console.log("3. data:", data);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return data;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34440"/>
            <a:ext cx="3977639" cy="4251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234440"/>
            <a:ext cx="64008" cy="4251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380744"/>
            <a:ext cx="36118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Gunakan breakpoint untuk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1856232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Memeriksa nilai variable.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368296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Melihat urutan eksekusi.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80360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Menguji branch if/else.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392424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Mengidentifikasi fungsi yang menghasilkan nilai salah.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904488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Catatan: address boleh ditampilkan; private key dan SRP tidak boleh.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Debugging Fetch &amp; AI 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704088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720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Pattern yang lebih aman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720840" cy="395935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try {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const response = await fetch(API_URL, options);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if (!response.ok) {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  throw new Error(`HTTP ${response.status}`);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}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const data = await response.json();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renderResult(data);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} catch (error) {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console.error("AI API error:", error);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showError("Layanan AI gagal dipanggil.");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234440"/>
            <a:ext cx="64008" cy="443484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80744"/>
            <a:ext cx="3200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Yang diperiksa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856232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URL dan method.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368296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Request headers dan body.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880360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HTTP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392424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Bentuk JSON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Evaluasi Akurasi Fitur AI 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858000" cy="44805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537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Akurasi bukan hanya “jawabannya terlihat bagus”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537960" cy="40050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Buat dataset uji kecil: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234440"/>
            <a:ext cx="3749039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10–20 prompt representatif.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234440"/>
            <a:ext cx="64008" cy="44805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Masukkan kasus normal dan edge case.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1380744"/>
            <a:ext cx="3383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Tentukan expected answer / criteria sebelum pengujian.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1856232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Jalankan beberapa kali bila output bersifat nondeterministic.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368296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Balance account.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880360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Rubrik sederhana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392424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Correct → memenuhi fakta/aturan.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3904488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Partially correct → sebagian benar.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Hallucination: Cara Menguji dan Menanganinya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20640" cy="19202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4800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Skenario uji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4800600" cy="14447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300" b="0">
                <a:solidFill>
                  <a:srgbClr val="EBEFF3"/>
                </a:solidFill>
                <a:latin typeface="Consolas"/>
              </a:rPr>
              <a:t>• Ajukan pertanyaan yang jawabannya diketahui.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94960" cy="30632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Gunakan data yang sengaja tidak lengkap.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490472"/>
            <a:ext cx="5074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• Tanyakan informasi yang tidak ada di knowledge 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783080"/>
            <a:ext cx="5074920" cy="25877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• Periksa apakah model mengakui ketidakpastian.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ABI mendeskripsikan fungsi/event yang perlu diketahui front-end; tidak perlu memasukkan seluruh ABI bila hanya memakai sebagian fungsi.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Evaluasi Web 3.0: Correctness &amp; Security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766560" cy="34747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61872"/>
            <a:ext cx="6446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6446520" cy="299923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• Address contract benar.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188720"/>
            <a:ext cx="3931920" cy="18288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Chain ID sesuai.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261872"/>
            <a:ext cx="36118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• ABI sesuai dengan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554480"/>
            <a:ext cx="3611879" cy="135331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300" b="0">
                <a:solidFill>
                  <a:srgbClr val="EBEFF3"/>
                </a:solidFill>
                <a:latin typeface="Consolas"/>
              </a:rPr>
              <a:t>• Balance memakai unit/decimals yang benar.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37560"/>
            <a:ext cx="39319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Transaction hash dan status diverifikasi.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3337560"/>
            <a:ext cx="64008" cy="1965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3483864"/>
            <a:ext cx="3566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Peran Read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959352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471416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Tidak meminta private key/SRP.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983480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User melihat detail signing/transaction.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495544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Network switch ditangani dengan jelas.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Debugging Web3: Provider, RPC, Wallet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7315200" cy="4526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61872"/>
            <a:ext cx="6995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6995160" cy="40507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900" b="0">
                <a:solidFill>
                  <a:srgbClr val="EBEFF3"/>
                </a:solidFill>
                <a:latin typeface="Consolas"/>
              </a:rPr>
              <a:t>1. Apakah window.ethereum tersedia?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887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2. Apakah user sudah connect?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188720"/>
            <a:ext cx="64008" cy="4526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3. Apakah chain ID sesuai target?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133502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4. Apakah RPC dapat merespons?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81051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5. Apakah contract address valid?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32257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6. Apakah ABI cocok?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3464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7. Apakah user menolak request?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34670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Fungsi read dapat diuji dan digunakan ulang.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Analisis Performa: Apa yang Diukur?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94944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6629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AI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6629400" cy="395935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• Request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34440"/>
            <a:ext cx="3657600" cy="44348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Time to first response / total response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234440"/>
            <a:ext cx="64008" cy="443484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Ukuran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380744"/>
            <a:ext cx="3291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Error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56232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Frekuensi retry.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368296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 menampilkan detail dan meminta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880360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Pengguna memeriksa recipient, network, value, dan gas.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392424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Web 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904488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RPC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416552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Waktu membaca contract.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Performance Test: Baseline → Compare → Explain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Ukur implementasi saat ini dengan skenario yang sama.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Bandingkan setelah optimasi/refactoring.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Cari penyebab perubahan: request, parsing, rendering, RPC, atau algoritma.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Contoh metrik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• Median latency.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800" b="1">
                <a:solidFill>
                  <a:srgbClr val="646E7D"/>
                </a:solidFill>
                <a:latin typeface="Aptos"/>
              </a:rPr>
              <a:t>• P95 latency.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Error rate.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900" b="1">
                <a:solidFill>
                  <a:srgbClr val="1565C0"/>
                </a:solidFill>
                <a:latin typeface="Aptos"/>
              </a:rPr>
              <a:t>• Payload size.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• Jumlah request.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Baca balance / contract state.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Jangan hanya melaporkan satu pengukuran; gunakan beberapa pengulangan.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Render data dan status.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10058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1">
                <a:solidFill>
                  <a:srgbClr val="173B67"/>
                </a:solidFill>
                <a:latin typeface="Aptos"/>
              </a:rPr>
              <a:t>Pola utama: User → Wallet → Provider → Blockchain → UI. Signing hanya terjadi setelah persetujuan pengguna.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Refactoring: Memperbaiki Struktur Tanpa Mengubah Perilaku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400800" cy="38862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2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Sebelum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6080760" cy="341071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• main.js terlalu besar.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325880"/>
            <a:ext cx="4206240" cy="38862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Fetch, validasi, UI, wallet, dan contract bercampur.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325880"/>
            <a:ext cx="64008" cy="38862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Error handling berulang.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1472184"/>
            <a:ext cx="38404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Sulit diuji.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1947672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State → baca nilai terbaru dengan fungsi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2459736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Event → pantau aktivitas yang dipancarkan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97180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Sesudah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483864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api.js → komunikasi AI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0">
                <a:solidFill>
                  <a:srgbClr val="646E7D"/>
                </a:solidFill>
                <a:latin typeface="Aptos"/>
              </a:rPr>
              <a:t>• wallet.js → koneksi account.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Refactoring Berbasis Risiko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4805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Prioritas tinggi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Private key / secret handling.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Transaction authorization.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API key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Contract/network configuration.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950208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Data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280160"/>
            <a:ext cx="3383280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280160"/>
            <a:ext cx="64008" cy="44805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Prioritas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Duplicate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Function terlalu panjang.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Nama variable tidak jelas.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UI logic bercampur dengan data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280160"/>
            <a:ext cx="64008" cy="448056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Aturan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Refactor sedikit demi sedikit → jalankan test → bandingkan hasil → lanjutkan.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Jangan melakukan refactoring besar tanpa test yang melindungi perilaku aplikasi.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Confirmation setelah transaksi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Tautkan hash transaksi ke explorer hanya setelah data benar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Security Review: AI API + Web 3.0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675120" cy="2148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AI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6355080" cy="16733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• API key tidak disimpan di front-end jika harus dirahasiakan.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749039" cy="2926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Validasi dan sanitasi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417320"/>
            <a:ext cx="64008" cy="2926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Jangan percaya output AI secara otomatis.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563624"/>
            <a:ext cx="3383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Batasi data sensitif yang dikirim ke layanan.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039112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Tangani error tanpa membocorkan detail internal.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551176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network sesuai.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063240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Periksa recipient dan nilai transaksi.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575304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Web 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B53737"/>
                </a:solidFill>
                <a:latin typeface="Aptos"/>
              </a:rPr>
              <a:t>• Jangan meminta SRP/private 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Critical Evaluation: Apakah Fitur Benar-Benar Siap?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4 pertanyaan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1. Correctness — Apakah hasil sesuai expected?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2. Performance — Apakah cukup cepat dan efisien?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3. Security — Apakah risiko yang relevan ditangani?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4. Maintainability — Apakah kode mudah dipahami, diuji, dan diubah?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891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891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Test case + PASS/FAIL.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Console/Network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Pengukuran latency/error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Security checklist.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241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Hasil sebelum/sesudah refactoring.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Praktikum: Audit Mini Aplikasi AI + Web3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4805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3"/>
            <a:ext cx="4846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Langkah 1 — Siapkan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Gunakan project Pertemuan 14.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wallet, AI API integration, dan UI dapat dijalankan.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Jalankan server lokal.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Buka http://localhost:8080.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349240" cy="24231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3533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Langkah 2 —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645919"/>
            <a:ext cx="5029200" cy="19476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400" b="0">
                <a:solidFill>
                  <a:srgbClr val="EBEFF3"/>
                </a:solidFill>
                <a:latin typeface="Consolas"/>
              </a:rPr>
              <a:t>• Buat minimal 10 test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34924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Minimal 5 untuk AI API.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64008" cy="1783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• Minimal 5 untuk Web 3.0.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123944"/>
            <a:ext cx="49834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• Sertakan happy path dan failure/edge case.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599431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Klik Connect Wallet.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111496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Pastikan address &amp; chain ID muncul.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23560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Langkah 3 —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6135624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Simpan screenshot Console/Network jika relevan.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Praktik Terbimbing: Bug Hunt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577840" cy="26517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2"/>
            <a:ext cx="5257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Tugas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5257800" cy="21762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Temukan dan dokumentasikan minimal 3 bug/kelemahan: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212080" cy="26517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latin typeface="Aptos"/>
              </a:rPr>
              <a:t>1. Satu bug correctness.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399032"/>
            <a:ext cx="4892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2. Satu masalah error handling/performance.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40"/>
            <a:ext cx="4892040" cy="21762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3. Satu risiko security atau usability.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34340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343400"/>
            <a:ext cx="64008" cy="141732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489704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Format laporan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965192"/>
            <a:ext cx="105887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Bug ID → Reproduction Steps → Expected → Actual → Evidence → Root Cause → Fix → Retest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Pengayaan: Refactoring + Regression Test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Tugas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Pilih satu module yang terlalu banyak tanggung jawab.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Pisahkan minimal satu concern.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Pertahankan public interface yang diperlukan.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Tambahkan/rapikan test case.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Regression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Jalankan test lama setelah refactoring.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fitur AI API tetap menghasilkan output sesuai kriteria.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wallet/connect/read on-chain tetap berjalan.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Bandingkan performa sebelum dan sesudah.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646E7D"/>
                </a:solidFill>
                <a:latin typeface="Aptos"/>
              </a:rPr>
              <a:t>Target pengayaan: DApp sederhana yang informatif, modular, dan tidak menyesatkan pengguna.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15 • CPMK53 / Sub-CPMK53.1–53.6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Rangkuman &amp; Exit Ticket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Poin kunci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Testing membutuhkan expected result dan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Debugging dimulai dari reproduksi dan bukti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AI API dievaluasi dari correctness, akurasi, latency, dan keamanan.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Web 3.0 dievaluasi dari network, contract, transaction, error, dan phishing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Refactoring memperbaiki struktur tanpa mengubah perilaku yang benar.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Exit 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Apa beda testing dan debugging?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Mengapa expected result harus ditentukan sebelum test?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Bagaimana menguji hallucination pada fitur AI?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Apa saja yang harus diverifikasi sebelum transaksi Web3?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Mengapa regression test penting setelah refactoring?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Target akhir: mahasiswa mampu menguji, menemukan akar masalah, mengukur, mengevaluasi, memperbaiki, dan memverifikasi kembali aplikasi web modern.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